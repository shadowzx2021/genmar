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91970">
            <a:off x="-5676506" y="-1178041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2"/>
                </a:lnTo>
                <a:lnTo>
                  <a:pt x="0" y="1264308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21384" y="3598254"/>
            <a:ext cx="14046631" cy="139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9845" b="1" spc="442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PRUEBAS UNITARIAS </a:t>
            </a:r>
            <a:endParaRPr lang="en-US" sz="9845" b="1" spc="442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442165" y="6695493"/>
            <a:ext cx="1817135" cy="1817135"/>
          </a:xfrm>
          <a:custGeom>
            <a:avLst/>
            <a:gdLst/>
            <a:ahLst/>
            <a:cxnLst/>
            <a:rect l="l" t="t" r="r" b="b"/>
            <a:pathLst>
              <a:path w="1817135" h="1817135">
                <a:moveTo>
                  <a:pt x="0" y="0"/>
                </a:moveTo>
                <a:lnTo>
                  <a:pt x="1817135" y="0"/>
                </a:lnTo>
                <a:lnTo>
                  <a:pt x="1817135" y="1817135"/>
                </a:lnTo>
                <a:lnTo>
                  <a:pt x="0" y="1817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47583" y="6749985"/>
            <a:ext cx="9673216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altLang="es-ES" sz="5000">
                <a:solidFill>
                  <a:srgbClr val="FFFFFF"/>
                </a:solidFill>
                <a:latin typeface="Now" panose="00000500000000000000"/>
                <a:ea typeface="Now" panose="00000500000000000000"/>
                <a:cs typeface="Now" panose="00000500000000000000"/>
                <a:sym typeface="Now" panose="00000500000000000000"/>
              </a:rPr>
              <a:t>P06_R01_3CapasT_AFS</a:t>
            </a:r>
            <a:endParaRPr lang="en-US" altLang="es-ES" sz="5000">
              <a:solidFill>
                <a:srgbClr val="FFFFFF"/>
              </a:solidFill>
              <a:latin typeface="Now" panose="00000500000000000000"/>
              <a:ea typeface="Now" panose="00000500000000000000"/>
              <a:cs typeface="Now" panose="00000500000000000000"/>
              <a:sym typeface="Now" panose="0000050000000000000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5968015" y="7604060"/>
            <a:ext cx="76543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TextBox 7"/>
          <p:cNvSpPr txBox="1"/>
          <p:nvPr/>
        </p:nvSpPr>
        <p:spPr>
          <a:xfrm>
            <a:off x="9984191" y="7877821"/>
            <a:ext cx="371417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Now" panose="00000500000000000000"/>
                <a:ea typeface="Now" panose="00000500000000000000"/>
                <a:cs typeface="Now" panose="00000500000000000000"/>
                <a:sym typeface="Now" panose="00000500000000000000"/>
              </a:rPr>
              <a:t>Por Andres Ferrer</a:t>
            </a:r>
            <a:endParaRPr lang="en-US" sz="2400">
              <a:solidFill>
                <a:srgbClr val="FFFFFF"/>
              </a:solidFill>
              <a:latin typeface="Now" panose="00000500000000000000"/>
              <a:ea typeface="Now" panose="00000500000000000000"/>
              <a:cs typeface="Now" panose="00000500000000000000"/>
              <a:sym typeface="Now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4322312" y="479251"/>
            <a:ext cx="5277584" cy="5277584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85925" y="7229897"/>
            <a:ext cx="4774256" cy="4774256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98636" y="1257492"/>
            <a:ext cx="11745891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de la base de datos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781300"/>
            <a:ext cx="10876915" cy="6477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4322312" y="479251"/>
            <a:ext cx="5277584" cy="5277584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85925" y="7229897"/>
            <a:ext cx="4774256" cy="4774256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98636" y="1028892"/>
            <a:ext cx="11745891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de las tablas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552700"/>
            <a:ext cx="10309860" cy="6148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072555">
            <a:off x="10079119" y="908355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4322312" y="479251"/>
            <a:ext cx="5277584" cy="5277584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85925" y="7229897"/>
            <a:ext cx="4774256" cy="4774256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09736" y="1486092"/>
            <a:ext cx="11745891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Carga Inicial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2781300"/>
            <a:ext cx="10826750" cy="6363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028477">
            <a:off x="3542911" y="-8038127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25674">
            <a:off x="-3092882" y="7862130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3877249" y="-830440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585189"/>
            <a:ext cx="3043256" cy="3043256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5805" y="914400"/>
            <a:ext cx="11849100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SP </a:t>
            </a:r>
            <a:r>
              <a:rPr lang="en-US" altLang="es-E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DatosPersonales</a:t>
            </a:r>
            <a:endParaRPr lang="en-US" altLang="es-E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2247900"/>
            <a:ext cx="12092305" cy="7190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028477">
            <a:off x="3542911" y="-8038127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25674">
            <a:off x="-3092882" y="7862130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3877249" y="-830440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585189"/>
            <a:ext cx="3043256" cy="3043256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5742" y="914400"/>
            <a:ext cx="8866848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SP </a:t>
            </a:r>
            <a:r>
              <a:rPr lang="en-US" altLang="es-E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Usuarios</a:t>
            </a:r>
            <a:endParaRPr lang="en-US" altLang="es-E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171700"/>
            <a:ext cx="11363325" cy="6689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028477">
            <a:off x="3542911" y="-8038127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25674">
            <a:off x="-3092882" y="7862130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3877249" y="-830440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585189"/>
            <a:ext cx="3043256" cy="3043256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5805" y="914400"/>
            <a:ext cx="1029906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SP </a:t>
            </a:r>
            <a:r>
              <a:rPr lang="en-US" altLang="es-E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Categoria</a:t>
            </a:r>
            <a:endParaRPr lang="en-US" altLang="es-E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2476500"/>
            <a:ext cx="11155045" cy="6548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028477">
            <a:off x="3542911" y="-8038127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25674">
            <a:off x="-3092882" y="7862130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415872">
            <a:off x="13877249" y="-830440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585189"/>
            <a:ext cx="3043256" cy="3043256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5742" y="914400"/>
            <a:ext cx="9507515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Creación SP </a:t>
            </a:r>
            <a:r>
              <a:rPr lang="en-US" altLang="es-E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Gastos</a:t>
            </a:r>
            <a:endParaRPr lang="en-US" altLang="es-E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247900"/>
            <a:ext cx="11944350" cy="7052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2744" y="1455626"/>
            <a:ext cx="14253369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Contingencia SP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10415872">
            <a:off x="169112" y="-1121402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38605">
            <a:off x="1992357" y="576786"/>
            <a:ext cx="1742554" cy="1742554"/>
          </a:xfrm>
          <a:custGeom>
            <a:avLst/>
            <a:gdLst/>
            <a:ahLst/>
            <a:cxnLst/>
            <a:rect l="l" t="t" r="r" b="b"/>
            <a:pathLst>
              <a:path w="1742554" h="1742554">
                <a:moveTo>
                  <a:pt x="0" y="0"/>
                </a:moveTo>
                <a:lnTo>
                  <a:pt x="1742555" y="0"/>
                </a:lnTo>
                <a:lnTo>
                  <a:pt x="1742555" y="1742555"/>
                </a:lnTo>
                <a:lnTo>
                  <a:pt x="0" y="17425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24254" y="-1757781"/>
            <a:ext cx="4844346" cy="4844346"/>
          </a:xfrm>
          <a:custGeom>
            <a:avLst/>
            <a:gdLst/>
            <a:ahLst/>
            <a:cxnLst/>
            <a:rect l="l" t="t" r="r" b="b"/>
            <a:pathLst>
              <a:path w="4844346" h="4844346">
                <a:moveTo>
                  <a:pt x="0" y="0"/>
                </a:moveTo>
                <a:lnTo>
                  <a:pt x="4844345" y="0"/>
                </a:lnTo>
                <a:lnTo>
                  <a:pt x="4844345" y="4844345"/>
                </a:lnTo>
                <a:lnTo>
                  <a:pt x="0" y="484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2305" y="32117"/>
            <a:ext cx="2463898" cy="2463898"/>
          </a:xfrm>
          <a:custGeom>
            <a:avLst/>
            <a:gdLst/>
            <a:ahLst/>
            <a:cxnLst/>
            <a:rect l="l" t="t" r="r" b="b"/>
            <a:pathLst>
              <a:path w="2463898" h="2463898">
                <a:moveTo>
                  <a:pt x="0" y="0"/>
                </a:moveTo>
                <a:lnTo>
                  <a:pt x="2463898" y="0"/>
                </a:lnTo>
                <a:lnTo>
                  <a:pt x="2463898" y="2463897"/>
                </a:lnTo>
                <a:lnTo>
                  <a:pt x="0" y="246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2933700"/>
            <a:ext cx="10631805" cy="6229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2744" y="1455626"/>
            <a:ext cx="14253369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Contingencia Datos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10415872">
            <a:off x="169112" y="-1121402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38605">
            <a:off x="1992357" y="576786"/>
            <a:ext cx="1742554" cy="1742554"/>
          </a:xfrm>
          <a:custGeom>
            <a:avLst/>
            <a:gdLst/>
            <a:ahLst/>
            <a:cxnLst/>
            <a:rect l="l" t="t" r="r" b="b"/>
            <a:pathLst>
              <a:path w="1742554" h="1742554">
                <a:moveTo>
                  <a:pt x="0" y="0"/>
                </a:moveTo>
                <a:lnTo>
                  <a:pt x="1742555" y="0"/>
                </a:lnTo>
                <a:lnTo>
                  <a:pt x="1742555" y="1742555"/>
                </a:lnTo>
                <a:lnTo>
                  <a:pt x="0" y="17425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24254" y="-1757781"/>
            <a:ext cx="4844346" cy="4844346"/>
          </a:xfrm>
          <a:custGeom>
            <a:avLst/>
            <a:gdLst/>
            <a:ahLst/>
            <a:cxnLst/>
            <a:rect l="l" t="t" r="r" b="b"/>
            <a:pathLst>
              <a:path w="4844346" h="4844346">
                <a:moveTo>
                  <a:pt x="0" y="0"/>
                </a:moveTo>
                <a:lnTo>
                  <a:pt x="4844345" y="0"/>
                </a:lnTo>
                <a:lnTo>
                  <a:pt x="4844345" y="4844345"/>
                </a:lnTo>
                <a:lnTo>
                  <a:pt x="0" y="484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2305" y="32117"/>
            <a:ext cx="2463898" cy="2463898"/>
          </a:xfrm>
          <a:custGeom>
            <a:avLst/>
            <a:gdLst/>
            <a:ahLst/>
            <a:cxnLst/>
            <a:rect l="l" t="t" r="r" b="b"/>
            <a:pathLst>
              <a:path w="2463898" h="2463898">
                <a:moveTo>
                  <a:pt x="0" y="0"/>
                </a:moveTo>
                <a:lnTo>
                  <a:pt x="2463898" y="0"/>
                </a:lnTo>
                <a:lnTo>
                  <a:pt x="2463898" y="2463897"/>
                </a:lnTo>
                <a:lnTo>
                  <a:pt x="0" y="246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2705100"/>
            <a:ext cx="10427970" cy="61575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2744" y="1455626"/>
            <a:ext cx="14253369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Contingencia Tablas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10415872">
            <a:off x="169112" y="-1121402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38605">
            <a:off x="1992357" y="576786"/>
            <a:ext cx="1742554" cy="1742554"/>
          </a:xfrm>
          <a:custGeom>
            <a:avLst/>
            <a:gdLst/>
            <a:ahLst/>
            <a:cxnLst/>
            <a:rect l="l" t="t" r="r" b="b"/>
            <a:pathLst>
              <a:path w="1742554" h="1742554">
                <a:moveTo>
                  <a:pt x="0" y="0"/>
                </a:moveTo>
                <a:lnTo>
                  <a:pt x="1742555" y="0"/>
                </a:lnTo>
                <a:lnTo>
                  <a:pt x="1742555" y="1742555"/>
                </a:lnTo>
                <a:lnTo>
                  <a:pt x="0" y="17425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24254" y="-1757781"/>
            <a:ext cx="4844346" cy="4844346"/>
          </a:xfrm>
          <a:custGeom>
            <a:avLst/>
            <a:gdLst/>
            <a:ahLst/>
            <a:cxnLst/>
            <a:rect l="l" t="t" r="r" b="b"/>
            <a:pathLst>
              <a:path w="4844346" h="4844346">
                <a:moveTo>
                  <a:pt x="0" y="0"/>
                </a:moveTo>
                <a:lnTo>
                  <a:pt x="4844345" y="0"/>
                </a:lnTo>
                <a:lnTo>
                  <a:pt x="4844345" y="4844345"/>
                </a:lnTo>
                <a:lnTo>
                  <a:pt x="0" y="484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2305" y="32117"/>
            <a:ext cx="2463898" cy="2463898"/>
          </a:xfrm>
          <a:custGeom>
            <a:avLst/>
            <a:gdLst/>
            <a:ahLst/>
            <a:cxnLst/>
            <a:rect l="l" t="t" r="r" b="b"/>
            <a:pathLst>
              <a:path w="2463898" h="2463898">
                <a:moveTo>
                  <a:pt x="0" y="0"/>
                </a:moveTo>
                <a:lnTo>
                  <a:pt x="2463898" y="0"/>
                </a:lnTo>
                <a:lnTo>
                  <a:pt x="2463898" y="2463897"/>
                </a:lnTo>
                <a:lnTo>
                  <a:pt x="0" y="246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933700"/>
            <a:ext cx="9820275" cy="5795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2744" y="1455626"/>
            <a:ext cx="14253369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Contingencia DB</a:t>
            </a:r>
            <a:endParaRPr lang="en-US" sz="6000" b="1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10415872">
            <a:off x="169112" y="-1121402"/>
            <a:ext cx="3212938" cy="321293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38605">
            <a:off x="1992357" y="576786"/>
            <a:ext cx="1742554" cy="1742554"/>
          </a:xfrm>
          <a:custGeom>
            <a:avLst/>
            <a:gdLst/>
            <a:ahLst/>
            <a:cxnLst/>
            <a:rect l="l" t="t" r="r" b="b"/>
            <a:pathLst>
              <a:path w="1742554" h="1742554">
                <a:moveTo>
                  <a:pt x="0" y="0"/>
                </a:moveTo>
                <a:lnTo>
                  <a:pt x="1742555" y="0"/>
                </a:lnTo>
                <a:lnTo>
                  <a:pt x="1742555" y="1742555"/>
                </a:lnTo>
                <a:lnTo>
                  <a:pt x="0" y="17425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24254" y="-1757781"/>
            <a:ext cx="4844346" cy="4844346"/>
          </a:xfrm>
          <a:custGeom>
            <a:avLst/>
            <a:gdLst/>
            <a:ahLst/>
            <a:cxnLst/>
            <a:rect l="l" t="t" r="r" b="b"/>
            <a:pathLst>
              <a:path w="4844346" h="4844346">
                <a:moveTo>
                  <a:pt x="0" y="0"/>
                </a:moveTo>
                <a:lnTo>
                  <a:pt x="4844345" y="0"/>
                </a:lnTo>
                <a:lnTo>
                  <a:pt x="4844345" y="4844345"/>
                </a:lnTo>
                <a:lnTo>
                  <a:pt x="0" y="484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2305" y="32117"/>
            <a:ext cx="2463898" cy="2463898"/>
          </a:xfrm>
          <a:custGeom>
            <a:avLst/>
            <a:gdLst/>
            <a:ahLst/>
            <a:cxnLst/>
            <a:rect l="l" t="t" r="r" b="b"/>
            <a:pathLst>
              <a:path w="2463898" h="2463898">
                <a:moveTo>
                  <a:pt x="0" y="0"/>
                </a:moveTo>
                <a:lnTo>
                  <a:pt x="2463898" y="0"/>
                </a:lnTo>
                <a:lnTo>
                  <a:pt x="2463898" y="2463897"/>
                </a:lnTo>
                <a:lnTo>
                  <a:pt x="0" y="246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1280" y="2933700"/>
            <a:ext cx="10505440" cy="6256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91970">
            <a:off x="-5676506" y="-1178041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2"/>
                </a:lnTo>
                <a:lnTo>
                  <a:pt x="0" y="1264308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52267" y="4341775"/>
            <a:ext cx="6319354" cy="146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65"/>
              </a:lnSpc>
            </a:pPr>
            <a:r>
              <a:rPr lang="en-US" sz="11435" b="1" spc="-194">
                <a:solidFill>
                  <a:srgbClr val="FFFFFF"/>
                </a:solidFill>
                <a:latin typeface="Now Bold" panose="00000800000000000000"/>
                <a:ea typeface="Now Bold" panose="00000800000000000000"/>
                <a:cs typeface="Now Bold" panose="00000800000000000000"/>
                <a:sym typeface="Now Bold" panose="00000800000000000000"/>
              </a:rPr>
              <a:t>Gracias</a:t>
            </a:r>
            <a:endParaRPr lang="en-US" sz="11435" b="1" spc="-194">
              <a:solidFill>
                <a:srgbClr val="FFFFFF"/>
              </a:solidFill>
              <a:latin typeface="Now Bold" panose="00000800000000000000"/>
              <a:ea typeface="Now Bold" panose="00000800000000000000"/>
              <a:cs typeface="Now Bold" panose="00000800000000000000"/>
              <a:sym typeface="Now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357735" y="5668645"/>
            <a:ext cx="415417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Now" panose="00000500000000000000"/>
                <a:ea typeface="Now" panose="00000500000000000000"/>
                <a:cs typeface="Now" panose="00000500000000000000"/>
                <a:sym typeface="Now" panose="00000500000000000000"/>
              </a:rPr>
              <a:t>Por Andrés Ferrer Servin</a:t>
            </a:r>
            <a:endParaRPr lang="en-US" sz="2400">
              <a:solidFill>
                <a:srgbClr val="FFFFFF"/>
              </a:solidFill>
              <a:latin typeface="Now" panose="00000500000000000000"/>
              <a:ea typeface="Now" panose="00000500000000000000"/>
              <a:cs typeface="Now" panose="00000500000000000000"/>
              <a:sym typeface="Now" panose="00000500000000000000"/>
            </a:endParaRPr>
          </a:p>
        </p:txBody>
      </p:sp>
      <p:sp>
        <p:nvSpPr>
          <p:cNvPr id="5" name="Freeform 5"/>
          <p:cNvSpPr/>
          <p:nvPr/>
        </p:nvSpPr>
        <p:spPr>
          <a:xfrm rot="10415872">
            <a:off x="2837778" y="423978"/>
            <a:ext cx="5277584" cy="5277584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3" y="0"/>
                </a:lnTo>
                <a:lnTo>
                  <a:pt x="5277583" y="5277584"/>
                </a:lnTo>
                <a:lnTo>
                  <a:pt x="0" y="5277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99310" y="7201395"/>
            <a:ext cx="4774256" cy="4774256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Presentation</Application>
  <PresentationFormat>On-screen Show (4:3)</PresentationFormat>
  <Paragraphs>32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Now Bold</vt:lpstr>
      <vt:lpstr>Chewy Bubble</vt:lpstr>
      <vt:lpstr>Now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unitarias</dc:title>
  <dc:creator/>
  <cp:lastModifiedBy>Andres Ferrer Servin</cp:lastModifiedBy>
  <cp:revision>3</cp:revision>
  <dcterms:created xsi:type="dcterms:W3CDTF">2006-08-16T00:00:00Z</dcterms:created>
  <dcterms:modified xsi:type="dcterms:W3CDTF">2026-03-31T05:23:59Z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FC20318CE05741B09CDA4225E14FFECB_12</vt:lpwstr>
  </property>
  <property fmtid="{D5CDD505-2E9C-101B-9397-08002B2CF9AE}" pid="3" name="KSOProductBuildVer">
    <vt:lpwstr>3082-12.2.0.23196</vt:lpwstr>
  </property>
</Properties>
</file>